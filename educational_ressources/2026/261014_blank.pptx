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718" r:id="rId5"/>
    <p:sldId id="846" r:id="rId6"/>
    <p:sldId id="714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5F3"/>
    <a:srgbClr val="9EAEE2"/>
    <a:srgbClr val="4267D2"/>
    <a:srgbClr val="AEAEAE"/>
    <a:srgbClr val="000000"/>
    <a:srgbClr val="C00000"/>
    <a:srgbClr val="C6E2A1"/>
    <a:srgbClr val="DDDAD9"/>
    <a:srgbClr val="90A6E4"/>
    <a:srgbClr val="ACA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5165" autoAdjust="0"/>
  </p:normalViewPr>
  <p:slideViewPr>
    <p:cSldViewPr snapToGrid="0">
      <p:cViewPr varScale="1">
        <p:scale>
          <a:sx n="101" d="100"/>
          <a:sy n="101" d="100"/>
        </p:scale>
        <p:origin x="3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5D79ECC-9A66-4C73-92FA-E45CB98DBB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AC92C1F-232F-4583-9E30-41BFA1D6D8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B4938-05BD-4577-B772-51B795B79766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F3AB313-33B0-4F03-9F21-52EAC253E4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89FC07-4EE5-4F6B-B4F5-96CB1A12B6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4D89C-23B5-4326-A1BE-19F6043837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795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8ED11-3082-4C72-BD90-1FCB61A137C5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1BACC-EA0B-4F09-9E37-C95F8C883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0325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3281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bg>
      <p:bgPr>
        <a:solidFill>
          <a:srgbClr val="4B56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84;p1">
            <a:extLst>
              <a:ext uri="{FF2B5EF4-FFF2-40B4-BE49-F238E27FC236}">
                <a16:creationId xmlns:a16="http://schemas.microsoft.com/office/drawing/2014/main" id="{39B7DF76-769F-E470-414E-30F59753693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-420" r="419"/>
          <a:stretch/>
        </p:blipFill>
        <p:spPr>
          <a:xfrm rot="10800000">
            <a:off x="0" y="0"/>
            <a:ext cx="12251334" cy="28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Espace réservé de la date 1">
            <a:extLst>
              <a:ext uri="{FF2B5EF4-FFF2-40B4-BE49-F238E27FC236}">
                <a16:creationId xmlns:a16="http://schemas.microsoft.com/office/drawing/2014/main" id="{E19DB807-89F5-4CFA-0DDA-C52D34E3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2" name="Espace réservé du pied de page 2">
            <a:extLst>
              <a:ext uri="{FF2B5EF4-FFF2-40B4-BE49-F238E27FC236}">
                <a16:creationId xmlns:a16="http://schemas.microsoft.com/office/drawing/2014/main" id="{E77D3477-BC50-37C6-AF6A-524DB08B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3" name="Espace réservé du numéro de diapositive 3">
            <a:extLst>
              <a:ext uri="{FF2B5EF4-FFF2-40B4-BE49-F238E27FC236}">
                <a16:creationId xmlns:a16="http://schemas.microsoft.com/office/drawing/2014/main" id="{70282BCA-86F2-B594-F190-A8853458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106036-CA92-4CAC-891B-A7DB13AA253D}" type="slidenum">
              <a:rPr lang="fr-FR" smtClean="0"/>
              <a:t>‹N°›</a:t>
            </a:fld>
            <a:endParaRPr lang="fr-FR"/>
          </a:p>
        </p:txBody>
      </p:sp>
      <p:pic>
        <p:nvPicPr>
          <p:cNvPr id="24" name="Google Shape;84;p1">
            <a:extLst>
              <a:ext uri="{FF2B5EF4-FFF2-40B4-BE49-F238E27FC236}">
                <a16:creationId xmlns:a16="http://schemas.microsoft.com/office/drawing/2014/main" id="{A8A19EB7-F83B-978D-1506-12FBA844F25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-420" r="419" b="1119"/>
          <a:stretch/>
        </p:blipFill>
        <p:spPr>
          <a:xfrm>
            <a:off x="-51956" y="4060492"/>
            <a:ext cx="12243955" cy="2797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85;p1">
            <a:extLst>
              <a:ext uri="{FF2B5EF4-FFF2-40B4-BE49-F238E27FC236}">
                <a16:creationId xmlns:a16="http://schemas.microsoft.com/office/drawing/2014/main" id="{7D825D03-9A24-81EE-A84C-A58A4181A01F}"/>
              </a:ext>
            </a:extLst>
          </p:cNvPr>
          <p:cNvGrpSpPr/>
          <p:nvPr userDrawn="1"/>
        </p:nvGrpSpPr>
        <p:grpSpPr>
          <a:xfrm>
            <a:off x="9608240" y="3373304"/>
            <a:ext cx="1958900" cy="607042"/>
            <a:chOff x="0" y="-9525"/>
            <a:chExt cx="3917800" cy="1214084"/>
          </a:xfrm>
        </p:grpSpPr>
        <p:sp>
          <p:nvSpPr>
            <p:cNvPr id="26" name="Google Shape;86;p1">
              <a:extLst>
                <a:ext uri="{FF2B5EF4-FFF2-40B4-BE49-F238E27FC236}">
                  <a16:creationId xmlns:a16="http://schemas.microsoft.com/office/drawing/2014/main" id="{915684B1-3096-51E1-47DE-863942A825F4}"/>
                </a:ext>
              </a:extLst>
            </p:cNvPr>
            <p:cNvSpPr txBox="1"/>
            <p:nvPr/>
          </p:nvSpPr>
          <p:spPr>
            <a:xfrm>
              <a:off x="0" y="-9525"/>
              <a:ext cx="3917800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7;p1">
              <a:extLst>
                <a:ext uri="{FF2B5EF4-FFF2-40B4-BE49-F238E27FC236}">
                  <a16:creationId xmlns:a16="http://schemas.microsoft.com/office/drawing/2014/main" id="{293C84DD-01C8-9C80-0F34-B91BD9EA549F}"/>
                </a:ext>
              </a:extLst>
            </p:cNvPr>
            <p:cNvSpPr txBox="1"/>
            <p:nvPr/>
          </p:nvSpPr>
          <p:spPr>
            <a:xfrm>
              <a:off x="16446" y="761361"/>
              <a:ext cx="3884912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88;p1">
            <a:extLst>
              <a:ext uri="{FF2B5EF4-FFF2-40B4-BE49-F238E27FC236}">
                <a16:creationId xmlns:a16="http://schemas.microsoft.com/office/drawing/2014/main" id="{1DC49D75-7709-2CD9-A39F-F6C34A8746B3}"/>
              </a:ext>
            </a:extLst>
          </p:cNvPr>
          <p:cNvSpPr txBox="1"/>
          <p:nvPr userDrawn="1"/>
        </p:nvSpPr>
        <p:spPr>
          <a:xfrm>
            <a:off x="261733" y="2441323"/>
            <a:ext cx="11609200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sz="5300">
                <a:solidFill>
                  <a:srgbClr val="F3F3F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lang="fr-FR"/>
          </a:p>
        </p:txBody>
      </p:sp>
      <p:sp>
        <p:nvSpPr>
          <p:cNvPr id="29" name="Espace réservé du texte 11">
            <a:extLst>
              <a:ext uri="{FF2B5EF4-FFF2-40B4-BE49-F238E27FC236}">
                <a16:creationId xmlns:a16="http://schemas.microsoft.com/office/drawing/2014/main" id="{95C207A1-4F43-569B-EC53-B5C956A599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423" y="1899493"/>
            <a:ext cx="11341154" cy="850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89EB3EC6-59E4-EEDC-BCC0-75F398EF39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92" y="3440716"/>
            <a:ext cx="3995615" cy="117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4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">
    <p:bg>
      <p:bgPr>
        <a:solidFill>
          <a:srgbClr val="4B56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38DD9F2-5C50-D322-69A2-39CACFD7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4168928-461D-3F89-545F-73BC4475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8913E9-BC23-A3F1-2BA1-9A42EACA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106036-CA92-4CAC-891B-A7DB13AA253D}" type="slidenum">
              <a:rPr lang="fr-FR" smtClean="0"/>
              <a:t>‹N°›</a:t>
            </a:fld>
            <a:endParaRPr lang="fr-FR"/>
          </a:p>
        </p:txBody>
      </p:sp>
      <p:pic>
        <p:nvPicPr>
          <p:cNvPr id="5" name="Google Shape;84;p1">
            <a:extLst>
              <a:ext uri="{FF2B5EF4-FFF2-40B4-BE49-F238E27FC236}">
                <a16:creationId xmlns:a16="http://schemas.microsoft.com/office/drawing/2014/main" id="{69A0662F-2A63-C7AD-871F-B9E745BC3E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-420" r="419" b="1119"/>
          <a:stretch/>
        </p:blipFill>
        <p:spPr>
          <a:xfrm>
            <a:off x="-51956" y="4060492"/>
            <a:ext cx="12243955" cy="2797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85;p1">
            <a:extLst>
              <a:ext uri="{FF2B5EF4-FFF2-40B4-BE49-F238E27FC236}">
                <a16:creationId xmlns:a16="http://schemas.microsoft.com/office/drawing/2014/main" id="{C325C47D-9B41-4256-3322-D23416B50BF7}"/>
              </a:ext>
            </a:extLst>
          </p:cNvPr>
          <p:cNvGrpSpPr/>
          <p:nvPr userDrawn="1"/>
        </p:nvGrpSpPr>
        <p:grpSpPr>
          <a:xfrm>
            <a:off x="9608240" y="3373304"/>
            <a:ext cx="1958900" cy="607042"/>
            <a:chOff x="0" y="-9525"/>
            <a:chExt cx="3917800" cy="1214084"/>
          </a:xfrm>
        </p:grpSpPr>
        <p:sp>
          <p:nvSpPr>
            <p:cNvPr id="7" name="Google Shape;86;p1">
              <a:extLst>
                <a:ext uri="{FF2B5EF4-FFF2-40B4-BE49-F238E27FC236}">
                  <a16:creationId xmlns:a16="http://schemas.microsoft.com/office/drawing/2014/main" id="{C8C2BC5E-851B-8D08-85F1-D30F29D40956}"/>
                </a:ext>
              </a:extLst>
            </p:cNvPr>
            <p:cNvSpPr txBox="1"/>
            <p:nvPr/>
          </p:nvSpPr>
          <p:spPr>
            <a:xfrm>
              <a:off x="0" y="-9525"/>
              <a:ext cx="3917800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7;p1">
              <a:extLst>
                <a:ext uri="{FF2B5EF4-FFF2-40B4-BE49-F238E27FC236}">
                  <a16:creationId xmlns:a16="http://schemas.microsoft.com/office/drawing/2014/main" id="{A490BF7F-7986-2E0C-9EA0-3FA5791E3D6F}"/>
                </a:ext>
              </a:extLst>
            </p:cNvPr>
            <p:cNvSpPr txBox="1"/>
            <p:nvPr/>
          </p:nvSpPr>
          <p:spPr>
            <a:xfrm>
              <a:off x="16446" y="761361"/>
              <a:ext cx="3884912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88;p1">
            <a:extLst>
              <a:ext uri="{FF2B5EF4-FFF2-40B4-BE49-F238E27FC236}">
                <a16:creationId xmlns:a16="http://schemas.microsoft.com/office/drawing/2014/main" id="{34F58A2A-5922-E16A-C860-B6F65B267906}"/>
              </a:ext>
            </a:extLst>
          </p:cNvPr>
          <p:cNvSpPr txBox="1"/>
          <p:nvPr userDrawn="1"/>
        </p:nvSpPr>
        <p:spPr>
          <a:xfrm>
            <a:off x="261733" y="2441323"/>
            <a:ext cx="11609200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sz="5300">
                <a:solidFill>
                  <a:srgbClr val="F3F3F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0B043189-061C-87AF-A386-AB3D65A378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423" y="1899493"/>
            <a:ext cx="11341154" cy="850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B6CB90B-C21E-FDB0-9BFC-CD8E357D5A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92" y="3440716"/>
            <a:ext cx="3995615" cy="117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7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de">
    <p:bg>
      <p:bgPr>
        <a:solidFill>
          <a:srgbClr val="4B56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">
            <a:extLst>
              <a:ext uri="{FF2B5EF4-FFF2-40B4-BE49-F238E27FC236}">
                <a16:creationId xmlns:a16="http://schemas.microsoft.com/office/drawing/2014/main" id="{B1FED3AB-D139-4873-88C7-2D5BA5EA498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-420" r="419"/>
          <a:stretch/>
        </p:blipFill>
        <p:spPr>
          <a:xfrm rot="10800000">
            <a:off x="0" y="0"/>
            <a:ext cx="12251334" cy="2829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85;p1">
            <a:extLst>
              <a:ext uri="{FF2B5EF4-FFF2-40B4-BE49-F238E27FC236}">
                <a16:creationId xmlns:a16="http://schemas.microsoft.com/office/drawing/2014/main" id="{C325C47D-9B41-4256-3322-D23416B50BF7}"/>
              </a:ext>
            </a:extLst>
          </p:cNvPr>
          <p:cNvGrpSpPr/>
          <p:nvPr userDrawn="1"/>
        </p:nvGrpSpPr>
        <p:grpSpPr>
          <a:xfrm>
            <a:off x="9608240" y="3373304"/>
            <a:ext cx="1958900" cy="607042"/>
            <a:chOff x="0" y="-9525"/>
            <a:chExt cx="3917800" cy="1214084"/>
          </a:xfrm>
        </p:grpSpPr>
        <p:sp>
          <p:nvSpPr>
            <p:cNvPr id="7" name="Google Shape;86;p1">
              <a:extLst>
                <a:ext uri="{FF2B5EF4-FFF2-40B4-BE49-F238E27FC236}">
                  <a16:creationId xmlns:a16="http://schemas.microsoft.com/office/drawing/2014/main" id="{C8C2BC5E-851B-8D08-85F1-D30F29D40956}"/>
                </a:ext>
              </a:extLst>
            </p:cNvPr>
            <p:cNvSpPr txBox="1"/>
            <p:nvPr/>
          </p:nvSpPr>
          <p:spPr>
            <a:xfrm>
              <a:off x="0" y="-9525"/>
              <a:ext cx="3917800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7;p1">
              <a:extLst>
                <a:ext uri="{FF2B5EF4-FFF2-40B4-BE49-F238E27FC236}">
                  <a16:creationId xmlns:a16="http://schemas.microsoft.com/office/drawing/2014/main" id="{A490BF7F-7986-2E0C-9EA0-3FA5791E3D6F}"/>
                </a:ext>
              </a:extLst>
            </p:cNvPr>
            <p:cNvSpPr txBox="1"/>
            <p:nvPr/>
          </p:nvSpPr>
          <p:spPr>
            <a:xfrm>
              <a:off x="16446" y="761361"/>
              <a:ext cx="3884912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0B043189-061C-87AF-A386-AB3D65A378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423" y="2712293"/>
            <a:ext cx="11341154" cy="850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pic>
        <p:nvPicPr>
          <p:cNvPr id="14" name="Google Shape;84;p1">
            <a:extLst>
              <a:ext uri="{FF2B5EF4-FFF2-40B4-BE49-F238E27FC236}">
                <a16:creationId xmlns:a16="http://schemas.microsoft.com/office/drawing/2014/main" id="{4166812F-3F3B-4B48-9B22-D7E3C6AA538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-420" r="419" b="1119"/>
          <a:stretch/>
        </p:blipFill>
        <p:spPr>
          <a:xfrm>
            <a:off x="-51956" y="4060492"/>
            <a:ext cx="12243955" cy="2797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725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4F8EF0FF-2D33-5811-C463-5267822B70F6}"/>
              </a:ext>
            </a:extLst>
          </p:cNvPr>
          <p:cNvSpPr>
            <a:spLocks/>
          </p:cNvSpPr>
          <p:nvPr userDrawn="1"/>
        </p:nvSpPr>
        <p:spPr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/>
          </a:p>
        </p:txBody>
      </p:sp>
      <p:sp>
        <p:nvSpPr>
          <p:cNvPr id="84" name="Espace réservé du texte 83">
            <a:extLst>
              <a:ext uri="{FF2B5EF4-FFF2-40B4-BE49-F238E27FC236}">
                <a16:creationId xmlns:a16="http://schemas.microsoft.com/office/drawing/2014/main" id="{421419CD-8CEA-25D1-D81A-1DADD6727B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4988" y="252414"/>
            <a:ext cx="7534814" cy="4330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4267D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77" name="Espace réservé du contenu 76">
            <a:extLst>
              <a:ext uri="{FF2B5EF4-FFF2-40B4-BE49-F238E27FC236}">
                <a16:creationId xmlns:a16="http://schemas.microsoft.com/office/drawing/2014/main" id="{CE9FEE56-D694-2DC5-D69B-A57964F850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texte 74">
            <a:extLst>
              <a:ext uri="{FF2B5EF4-FFF2-40B4-BE49-F238E27FC236}">
                <a16:creationId xmlns:a16="http://schemas.microsoft.com/office/drawing/2014/main" id="{ADDEB10B-2263-4966-928C-C3A95780F5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0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043C57-389B-4DAA-992F-F0487F2E000F}"/>
              </a:ext>
            </a:extLst>
          </p:cNvPr>
          <p:cNvSpPr/>
          <p:nvPr userDrawn="1"/>
        </p:nvSpPr>
        <p:spPr>
          <a:xfrm>
            <a:off x="1" y="6477110"/>
            <a:ext cx="10047382" cy="380890"/>
          </a:xfrm>
          <a:prstGeom prst="rect">
            <a:avLst/>
          </a:prstGeom>
          <a:solidFill>
            <a:srgbClr val="42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D24A05-6FEE-4B02-8E7D-57839685BD71}"/>
              </a:ext>
            </a:extLst>
          </p:cNvPr>
          <p:cNvSpPr/>
          <p:nvPr userDrawn="1"/>
        </p:nvSpPr>
        <p:spPr>
          <a:xfrm>
            <a:off x="10694654" y="6477108"/>
            <a:ext cx="1497346" cy="380892"/>
          </a:xfrm>
          <a:prstGeom prst="rect">
            <a:avLst/>
          </a:prstGeom>
          <a:solidFill>
            <a:srgbClr val="42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A7C201E-24E4-41A7-B917-8E8B4BFF3D83}"/>
              </a:ext>
            </a:extLst>
          </p:cNvPr>
          <p:cNvSpPr/>
          <p:nvPr userDrawn="1"/>
        </p:nvSpPr>
        <p:spPr>
          <a:xfrm>
            <a:off x="10513663" y="6477000"/>
            <a:ext cx="381000" cy="381000"/>
          </a:xfrm>
          <a:prstGeom prst="ellipse">
            <a:avLst/>
          </a:prstGeom>
          <a:solidFill>
            <a:srgbClr val="42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14395E5-323A-4779-858D-DC5AEA988414}"/>
              </a:ext>
            </a:extLst>
          </p:cNvPr>
          <p:cNvSpPr/>
          <p:nvPr userDrawn="1"/>
        </p:nvSpPr>
        <p:spPr>
          <a:xfrm>
            <a:off x="9851668" y="6477000"/>
            <a:ext cx="381000" cy="381000"/>
          </a:xfrm>
          <a:prstGeom prst="ellipse">
            <a:avLst/>
          </a:prstGeom>
          <a:solidFill>
            <a:srgbClr val="42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numéro de diapositive 79">
            <a:extLst>
              <a:ext uri="{FF2B5EF4-FFF2-40B4-BE49-F238E27FC236}">
                <a16:creationId xmlns:a16="http://schemas.microsoft.com/office/drawing/2014/main" id="{5A50FDF4-0770-4D74-8A6D-09EEEABCA343}"/>
              </a:ext>
            </a:extLst>
          </p:cNvPr>
          <p:cNvSpPr txBox="1">
            <a:spLocks/>
          </p:cNvSpPr>
          <p:nvPr userDrawn="1"/>
        </p:nvSpPr>
        <p:spPr>
          <a:xfrm>
            <a:off x="9040192" y="64674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3055DA-B939-4F31-97BB-94A0B583162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4347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4F8EF0FF-2D33-5811-C463-5267822B70F6}"/>
              </a:ext>
            </a:extLst>
          </p:cNvPr>
          <p:cNvSpPr>
            <a:spLocks/>
          </p:cNvSpPr>
          <p:nvPr userDrawn="1"/>
        </p:nvSpPr>
        <p:spPr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/>
          </a:p>
        </p:txBody>
      </p:sp>
      <p:sp>
        <p:nvSpPr>
          <p:cNvPr id="41" name="Google Shape;133;g1ada96bcbcc_0_16">
            <a:extLst>
              <a:ext uri="{FF2B5EF4-FFF2-40B4-BE49-F238E27FC236}">
                <a16:creationId xmlns:a16="http://schemas.microsoft.com/office/drawing/2014/main" id="{CDA07872-8E6F-4908-F244-BD9A2F4A3C5D}"/>
              </a:ext>
            </a:extLst>
          </p:cNvPr>
          <p:cNvSpPr>
            <a:spLocks/>
          </p:cNvSpPr>
          <p:nvPr userDrawn="1"/>
        </p:nvSpPr>
        <p:spPr>
          <a:xfrm>
            <a:off x="0" y="6352142"/>
            <a:ext cx="12192000" cy="505857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Espace réservé du texte 83">
            <a:extLst>
              <a:ext uri="{FF2B5EF4-FFF2-40B4-BE49-F238E27FC236}">
                <a16:creationId xmlns:a16="http://schemas.microsoft.com/office/drawing/2014/main" id="{421419CD-8CEA-25D1-D81A-1DADD6727B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4988" y="252414"/>
            <a:ext cx="10120820" cy="4330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34A85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77" name="Espace réservé du contenu 76">
            <a:extLst>
              <a:ext uri="{FF2B5EF4-FFF2-40B4-BE49-F238E27FC236}">
                <a16:creationId xmlns:a16="http://schemas.microsoft.com/office/drawing/2014/main" id="{CE9FEE56-D694-2DC5-D69B-A57964F850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0" name="Espace réservé du numéro de diapositive 79">
            <a:extLst>
              <a:ext uri="{FF2B5EF4-FFF2-40B4-BE49-F238E27FC236}">
                <a16:creationId xmlns:a16="http://schemas.microsoft.com/office/drawing/2014/main" id="{B5DED553-0DE2-FC48-CD35-A930B458C54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31584" y="641612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DB106036-CA92-4CAC-891B-A7DB13AA25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29BC6734-D9F9-FF50-5F69-A03F80EC584C}"/>
              </a:ext>
            </a:extLst>
          </p:cNvPr>
          <p:cNvSpPr txBox="1"/>
          <p:nvPr userDrawn="1"/>
        </p:nvSpPr>
        <p:spPr>
          <a:xfrm>
            <a:off x="838200" y="6416123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BELIER Titouan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00F17A-CA65-451E-8349-157F067129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34" y="6237130"/>
            <a:ext cx="2362200" cy="696709"/>
          </a:xfrm>
          <a:prstGeom prst="rect">
            <a:avLst/>
          </a:prstGeom>
        </p:spPr>
      </p:pic>
      <p:pic>
        <p:nvPicPr>
          <p:cNvPr id="11" name="Picture 2" descr="Labsticc">
            <a:extLst>
              <a:ext uri="{FF2B5EF4-FFF2-40B4-BE49-F238E27FC236}">
                <a16:creationId xmlns:a16="http://schemas.microsoft.com/office/drawing/2014/main" id="{917A08EC-8B1B-4073-B2E6-D17C22780E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860" y="6434122"/>
            <a:ext cx="742016" cy="32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ce réservé du texte 74">
            <a:extLst>
              <a:ext uri="{FF2B5EF4-FFF2-40B4-BE49-F238E27FC236}">
                <a16:creationId xmlns:a16="http://schemas.microsoft.com/office/drawing/2014/main" id="{3F9E24D5-9D08-448A-AF2F-FF851BE04B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 err="1"/>
              <a:t>Ent</a:t>
            </a:r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0BECB155-6CF9-461F-8C34-C255B4EF8E11}"/>
              </a:ext>
            </a:extLst>
          </p:cNvPr>
          <p:cNvGrpSpPr/>
          <p:nvPr userDrawn="1"/>
        </p:nvGrpSpPr>
        <p:grpSpPr>
          <a:xfrm>
            <a:off x="11548898" y="249075"/>
            <a:ext cx="309315" cy="1449631"/>
            <a:chOff x="6420889" y="3830158"/>
            <a:chExt cx="309315" cy="1449631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3A3E2D43-7313-491B-8320-931BA874D675}"/>
                </a:ext>
              </a:extLst>
            </p:cNvPr>
            <p:cNvSpPr/>
            <p:nvPr/>
          </p:nvSpPr>
          <p:spPr>
            <a:xfrm>
              <a:off x="6420889" y="3830158"/>
              <a:ext cx="309314" cy="309314"/>
            </a:xfrm>
            <a:prstGeom prst="ellipse">
              <a:avLst/>
            </a:prstGeom>
            <a:solidFill>
              <a:srgbClr val="4267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761AD31-D4B0-4EAC-AB62-F4CFC0BA4B4B}"/>
                </a:ext>
              </a:extLst>
            </p:cNvPr>
            <p:cNvSpPr/>
            <p:nvPr/>
          </p:nvSpPr>
          <p:spPr>
            <a:xfrm>
              <a:off x="6420889" y="4210264"/>
              <a:ext cx="309314" cy="309314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FA61E00-A550-4746-890A-E2583DE64B05}"/>
                </a:ext>
              </a:extLst>
            </p:cNvPr>
            <p:cNvSpPr/>
            <p:nvPr/>
          </p:nvSpPr>
          <p:spPr>
            <a:xfrm>
              <a:off x="6420890" y="4590369"/>
              <a:ext cx="309314" cy="309314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0B6FE29C-D2B3-40F0-8B3E-7C0C0914E502}"/>
                </a:ext>
              </a:extLst>
            </p:cNvPr>
            <p:cNvSpPr/>
            <p:nvPr/>
          </p:nvSpPr>
          <p:spPr>
            <a:xfrm>
              <a:off x="6420890" y="4970475"/>
              <a:ext cx="309314" cy="309314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</p:grpSp>
    </p:spTree>
    <p:extLst>
      <p:ext uri="{BB962C8B-B14F-4D97-AF65-F5344CB8AC3E}">
        <p14:creationId xmlns:p14="http://schemas.microsoft.com/office/powerpoint/2010/main" val="174993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4F8EF0FF-2D33-5811-C463-5267822B70F6}"/>
              </a:ext>
            </a:extLst>
          </p:cNvPr>
          <p:cNvSpPr>
            <a:spLocks/>
          </p:cNvSpPr>
          <p:nvPr userDrawn="1"/>
        </p:nvSpPr>
        <p:spPr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/>
          </a:p>
        </p:txBody>
      </p:sp>
      <p:sp>
        <p:nvSpPr>
          <p:cNvPr id="41" name="Google Shape;133;g1ada96bcbcc_0_16">
            <a:extLst>
              <a:ext uri="{FF2B5EF4-FFF2-40B4-BE49-F238E27FC236}">
                <a16:creationId xmlns:a16="http://schemas.microsoft.com/office/drawing/2014/main" id="{CDA07872-8E6F-4908-F244-BD9A2F4A3C5D}"/>
              </a:ext>
            </a:extLst>
          </p:cNvPr>
          <p:cNvSpPr>
            <a:spLocks/>
          </p:cNvSpPr>
          <p:nvPr userDrawn="1"/>
        </p:nvSpPr>
        <p:spPr>
          <a:xfrm>
            <a:off x="0" y="6352142"/>
            <a:ext cx="12192000" cy="505857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Espace réservé du texte 83">
            <a:extLst>
              <a:ext uri="{FF2B5EF4-FFF2-40B4-BE49-F238E27FC236}">
                <a16:creationId xmlns:a16="http://schemas.microsoft.com/office/drawing/2014/main" id="{421419CD-8CEA-25D1-D81A-1DADD6727B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4988" y="252414"/>
            <a:ext cx="7534814" cy="4330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EA433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77" name="Espace réservé du contenu 76">
            <a:extLst>
              <a:ext uri="{FF2B5EF4-FFF2-40B4-BE49-F238E27FC236}">
                <a16:creationId xmlns:a16="http://schemas.microsoft.com/office/drawing/2014/main" id="{CE9FEE56-D694-2DC5-D69B-A57964F850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29BC6734-D9F9-FF50-5F69-A03F80EC584C}"/>
              </a:ext>
            </a:extLst>
          </p:cNvPr>
          <p:cNvSpPr txBox="1"/>
          <p:nvPr userDrawn="1"/>
        </p:nvSpPr>
        <p:spPr>
          <a:xfrm>
            <a:off x="838200" y="6416123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BELIER Titouan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00F17A-CA65-451E-8349-157F067129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34" y="6237130"/>
            <a:ext cx="2362200" cy="696709"/>
          </a:xfrm>
          <a:prstGeom prst="rect">
            <a:avLst/>
          </a:prstGeom>
        </p:spPr>
      </p:pic>
      <p:pic>
        <p:nvPicPr>
          <p:cNvPr id="11" name="Picture 2" descr="Labsticc">
            <a:extLst>
              <a:ext uri="{FF2B5EF4-FFF2-40B4-BE49-F238E27FC236}">
                <a16:creationId xmlns:a16="http://schemas.microsoft.com/office/drawing/2014/main" id="{917A08EC-8B1B-4073-B2E6-D17C22780E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860" y="6434122"/>
            <a:ext cx="742016" cy="32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Espace réservé du texte 74">
            <a:extLst>
              <a:ext uri="{FF2B5EF4-FFF2-40B4-BE49-F238E27FC236}">
                <a16:creationId xmlns:a16="http://schemas.microsoft.com/office/drawing/2014/main" id="{AFABB9BF-D1DD-4DD4-82F5-3EF5C7F1C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1737D00-E8A8-4558-B6CB-71446345593E}"/>
              </a:ext>
            </a:extLst>
          </p:cNvPr>
          <p:cNvGrpSpPr/>
          <p:nvPr userDrawn="1"/>
        </p:nvGrpSpPr>
        <p:grpSpPr>
          <a:xfrm>
            <a:off x="11548898" y="249075"/>
            <a:ext cx="309315" cy="1449631"/>
            <a:chOff x="6420889" y="3830158"/>
            <a:chExt cx="309315" cy="1449631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F1D80850-722D-4EF0-A8E2-4E473352C3AD}"/>
                </a:ext>
              </a:extLst>
            </p:cNvPr>
            <p:cNvSpPr/>
            <p:nvPr/>
          </p:nvSpPr>
          <p:spPr>
            <a:xfrm>
              <a:off x="6420889" y="3830158"/>
              <a:ext cx="309314" cy="309314"/>
            </a:xfrm>
            <a:prstGeom prst="ellipse">
              <a:avLst/>
            </a:prstGeom>
            <a:solidFill>
              <a:srgbClr val="4267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F7C48BEE-0553-4367-9963-86BAF590762A}"/>
                </a:ext>
              </a:extLst>
            </p:cNvPr>
            <p:cNvSpPr/>
            <p:nvPr/>
          </p:nvSpPr>
          <p:spPr>
            <a:xfrm>
              <a:off x="6420889" y="4210264"/>
              <a:ext cx="309314" cy="309314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BED50999-D7FF-4256-BE14-6D93C0C6847D}"/>
                </a:ext>
              </a:extLst>
            </p:cNvPr>
            <p:cNvSpPr/>
            <p:nvPr/>
          </p:nvSpPr>
          <p:spPr>
            <a:xfrm>
              <a:off x="6420890" y="4590369"/>
              <a:ext cx="309314" cy="309314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A56B6B0-B538-45D3-9253-A97621462C8E}"/>
                </a:ext>
              </a:extLst>
            </p:cNvPr>
            <p:cNvSpPr/>
            <p:nvPr/>
          </p:nvSpPr>
          <p:spPr>
            <a:xfrm>
              <a:off x="6420890" y="4970475"/>
              <a:ext cx="309314" cy="309314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</p:grpSp>
      <p:sp>
        <p:nvSpPr>
          <p:cNvPr id="2" name="Espace réservé du numéro de diapositive 79">
            <a:extLst>
              <a:ext uri="{FF2B5EF4-FFF2-40B4-BE49-F238E27FC236}">
                <a16:creationId xmlns:a16="http://schemas.microsoft.com/office/drawing/2014/main" id="{CFD12AFF-D4FE-8966-C930-1ACE0C46ED7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31584" y="641612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DB106036-CA92-4CAC-891B-A7DB13AA253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42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4F8EF0FF-2D33-5811-C463-5267822B70F6}"/>
              </a:ext>
            </a:extLst>
          </p:cNvPr>
          <p:cNvSpPr>
            <a:spLocks/>
          </p:cNvSpPr>
          <p:nvPr userDrawn="1"/>
        </p:nvSpPr>
        <p:spPr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/>
          </a:p>
        </p:txBody>
      </p:sp>
      <p:sp>
        <p:nvSpPr>
          <p:cNvPr id="41" name="Google Shape;133;g1ada96bcbcc_0_16">
            <a:extLst>
              <a:ext uri="{FF2B5EF4-FFF2-40B4-BE49-F238E27FC236}">
                <a16:creationId xmlns:a16="http://schemas.microsoft.com/office/drawing/2014/main" id="{CDA07872-8E6F-4908-F244-BD9A2F4A3C5D}"/>
              </a:ext>
            </a:extLst>
          </p:cNvPr>
          <p:cNvSpPr>
            <a:spLocks/>
          </p:cNvSpPr>
          <p:nvPr userDrawn="1"/>
        </p:nvSpPr>
        <p:spPr>
          <a:xfrm>
            <a:off x="0" y="6352142"/>
            <a:ext cx="12192000" cy="505857"/>
          </a:xfrm>
          <a:prstGeom prst="rect">
            <a:avLst/>
          </a:prstGeom>
          <a:solidFill>
            <a:srgbClr val="4267D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Espace réservé du texte 83">
            <a:extLst>
              <a:ext uri="{FF2B5EF4-FFF2-40B4-BE49-F238E27FC236}">
                <a16:creationId xmlns:a16="http://schemas.microsoft.com/office/drawing/2014/main" id="{421419CD-8CEA-25D1-D81A-1DADD6727B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4988" y="252414"/>
            <a:ext cx="7534814" cy="4330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4267D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77" name="Espace réservé du contenu 76">
            <a:extLst>
              <a:ext uri="{FF2B5EF4-FFF2-40B4-BE49-F238E27FC236}">
                <a16:creationId xmlns:a16="http://schemas.microsoft.com/office/drawing/2014/main" id="{CE9FEE56-D694-2DC5-D69B-A57964F850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0" name="Espace réservé du numéro de diapositive 79">
            <a:extLst>
              <a:ext uri="{FF2B5EF4-FFF2-40B4-BE49-F238E27FC236}">
                <a16:creationId xmlns:a16="http://schemas.microsoft.com/office/drawing/2014/main" id="{B5DED553-0DE2-FC48-CD35-A930B458C54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31584" y="641612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43055DA-B939-4F31-97BB-94A0B583162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29BC6734-D9F9-FF50-5F69-A03F80EC584C}"/>
              </a:ext>
            </a:extLst>
          </p:cNvPr>
          <p:cNvSpPr txBox="1"/>
          <p:nvPr userDrawn="1"/>
        </p:nvSpPr>
        <p:spPr>
          <a:xfrm>
            <a:off x="838200" y="6416123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dirty="0">
                <a:solidFill>
                  <a:srgbClr val="F3F3F3"/>
                </a:solidFill>
                <a:latin typeface="Lato" panose="020F0502020204030203"/>
                <a:ea typeface="Cambria Math" panose="02040503050406030204" pitchFamily="18" charset="0"/>
                <a:cs typeface="Lato" panose="020F0502020204030203" pitchFamily="34" charset="0"/>
              </a:rPr>
              <a:t>BELIER Titouan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00F17A-CA65-451E-8349-157F067129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34" y="6237130"/>
            <a:ext cx="2362200" cy="696709"/>
          </a:xfrm>
          <a:prstGeom prst="rect">
            <a:avLst/>
          </a:prstGeom>
        </p:spPr>
      </p:pic>
      <p:pic>
        <p:nvPicPr>
          <p:cNvPr id="11" name="Picture 2" descr="Labsticc">
            <a:extLst>
              <a:ext uri="{FF2B5EF4-FFF2-40B4-BE49-F238E27FC236}">
                <a16:creationId xmlns:a16="http://schemas.microsoft.com/office/drawing/2014/main" id="{917A08EC-8B1B-4073-B2E6-D17C22780E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860" y="6434122"/>
            <a:ext cx="742016" cy="32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Espace réservé du texte 74">
            <a:extLst>
              <a:ext uri="{FF2B5EF4-FFF2-40B4-BE49-F238E27FC236}">
                <a16:creationId xmlns:a16="http://schemas.microsoft.com/office/drawing/2014/main" id="{ADDEB10B-2263-4966-928C-C3A95780F5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0"/>
            <a:endParaRPr lang="fr-FR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E9BAC167-2533-4A64-933A-E304CB8754DA}"/>
              </a:ext>
            </a:extLst>
          </p:cNvPr>
          <p:cNvGrpSpPr/>
          <p:nvPr userDrawn="1"/>
        </p:nvGrpSpPr>
        <p:grpSpPr>
          <a:xfrm>
            <a:off x="11548898" y="249075"/>
            <a:ext cx="309315" cy="1449631"/>
            <a:chOff x="6420889" y="3830158"/>
            <a:chExt cx="309315" cy="1449631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E4DD4F67-716B-478C-B74E-15D7B908E848}"/>
                </a:ext>
              </a:extLst>
            </p:cNvPr>
            <p:cNvSpPr/>
            <p:nvPr/>
          </p:nvSpPr>
          <p:spPr>
            <a:xfrm>
              <a:off x="6420889" y="3830158"/>
              <a:ext cx="309314" cy="309314"/>
            </a:xfrm>
            <a:prstGeom prst="ellipse">
              <a:avLst/>
            </a:prstGeom>
            <a:solidFill>
              <a:srgbClr val="4267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37E2AD2D-39DF-428E-836D-14E992B7E4DF}"/>
                </a:ext>
              </a:extLst>
            </p:cNvPr>
            <p:cNvSpPr/>
            <p:nvPr/>
          </p:nvSpPr>
          <p:spPr>
            <a:xfrm>
              <a:off x="6420889" y="4210264"/>
              <a:ext cx="309314" cy="309314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23085532-24AF-4072-8B1B-F07512F5612B}"/>
                </a:ext>
              </a:extLst>
            </p:cNvPr>
            <p:cNvSpPr/>
            <p:nvPr/>
          </p:nvSpPr>
          <p:spPr>
            <a:xfrm>
              <a:off x="6420890" y="4590369"/>
              <a:ext cx="309314" cy="309314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832A0638-3D09-422D-9AC4-D910C8D57806}"/>
                </a:ext>
              </a:extLst>
            </p:cNvPr>
            <p:cNvSpPr/>
            <p:nvPr/>
          </p:nvSpPr>
          <p:spPr>
            <a:xfrm>
              <a:off x="6420890" y="4970475"/>
              <a:ext cx="309314" cy="309314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</p:grpSp>
    </p:spTree>
    <p:extLst>
      <p:ext uri="{BB962C8B-B14F-4D97-AF65-F5344CB8AC3E}">
        <p14:creationId xmlns:p14="http://schemas.microsoft.com/office/powerpoint/2010/main" val="1005630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4F8EF0FF-2D33-5811-C463-5267822B70F6}"/>
              </a:ext>
            </a:extLst>
          </p:cNvPr>
          <p:cNvSpPr>
            <a:spLocks/>
          </p:cNvSpPr>
          <p:nvPr userDrawn="1"/>
        </p:nvSpPr>
        <p:spPr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/>
          </a:p>
        </p:txBody>
      </p:sp>
      <p:sp>
        <p:nvSpPr>
          <p:cNvPr id="41" name="Google Shape;133;g1ada96bcbcc_0_16">
            <a:extLst>
              <a:ext uri="{FF2B5EF4-FFF2-40B4-BE49-F238E27FC236}">
                <a16:creationId xmlns:a16="http://schemas.microsoft.com/office/drawing/2014/main" id="{CDA07872-8E6F-4908-F244-BD9A2F4A3C5D}"/>
              </a:ext>
            </a:extLst>
          </p:cNvPr>
          <p:cNvSpPr>
            <a:spLocks/>
          </p:cNvSpPr>
          <p:nvPr userDrawn="1"/>
        </p:nvSpPr>
        <p:spPr>
          <a:xfrm>
            <a:off x="0" y="6352142"/>
            <a:ext cx="12192000" cy="505857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Espace réservé du texte 83">
            <a:extLst>
              <a:ext uri="{FF2B5EF4-FFF2-40B4-BE49-F238E27FC236}">
                <a16:creationId xmlns:a16="http://schemas.microsoft.com/office/drawing/2014/main" id="{421419CD-8CEA-25D1-D81A-1DADD6727B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4988" y="252414"/>
            <a:ext cx="7534814" cy="4330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FBBC0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77" name="Espace réservé du contenu 76">
            <a:extLst>
              <a:ext uri="{FF2B5EF4-FFF2-40B4-BE49-F238E27FC236}">
                <a16:creationId xmlns:a16="http://schemas.microsoft.com/office/drawing/2014/main" id="{CE9FEE56-D694-2DC5-D69B-A57964F850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0" name="Espace réservé du numéro de diapositive 79">
            <a:extLst>
              <a:ext uri="{FF2B5EF4-FFF2-40B4-BE49-F238E27FC236}">
                <a16:creationId xmlns:a16="http://schemas.microsoft.com/office/drawing/2014/main" id="{B5DED553-0DE2-FC48-CD35-A930B458C54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31584" y="641612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DB106036-CA92-4CAC-891B-A7DB13AA25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29BC6734-D9F9-FF50-5F69-A03F80EC584C}"/>
              </a:ext>
            </a:extLst>
          </p:cNvPr>
          <p:cNvSpPr txBox="1"/>
          <p:nvPr userDrawn="1"/>
        </p:nvSpPr>
        <p:spPr>
          <a:xfrm>
            <a:off x="838200" y="6416123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BELIER Titouan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00F17A-CA65-451E-8349-157F067129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34" y="6237130"/>
            <a:ext cx="2362200" cy="696709"/>
          </a:xfrm>
          <a:prstGeom prst="rect">
            <a:avLst/>
          </a:prstGeom>
        </p:spPr>
      </p:pic>
      <p:pic>
        <p:nvPicPr>
          <p:cNvPr id="11" name="Picture 2" descr="Labsticc">
            <a:extLst>
              <a:ext uri="{FF2B5EF4-FFF2-40B4-BE49-F238E27FC236}">
                <a16:creationId xmlns:a16="http://schemas.microsoft.com/office/drawing/2014/main" id="{917A08EC-8B1B-4073-B2E6-D17C22780E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860" y="6434122"/>
            <a:ext cx="742016" cy="32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Espace réservé du texte 74">
            <a:extLst>
              <a:ext uri="{FF2B5EF4-FFF2-40B4-BE49-F238E27FC236}">
                <a16:creationId xmlns:a16="http://schemas.microsoft.com/office/drawing/2014/main" id="{43D93FEB-1875-4498-838D-A4E4049DA5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ED5D79CD-E6C0-4919-A9FB-368B96C705C0}"/>
              </a:ext>
            </a:extLst>
          </p:cNvPr>
          <p:cNvGrpSpPr/>
          <p:nvPr userDrawn="1"/>
        </p:nvGrpSpPr>
        <p:grpSpPr>
          <a:xfrm>
            <a:off x="11548898" y="249075"/>
            <a:ext cx="309315" cy="1449631"/>
            <a:chOff x="6420889" y="3830158"/>
            <a:chExt cx="309315" cy="1449631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08FBBA64-2F72-4E1F-8794-CD11062B7D39}"/>
                </a:ext>
              </a:extLst>
            </p:cNvPr>
            <p:cNvSpPr/>
            <p:nvPr/>
          </p:nvSpPr>
          <p:spPr>
            <a:xfrm>
              <a:off x="6420889" y="3830158"/>
              <a:ext cx="309314" cy="309314"/>
            </a:xfrm>
            <a:prstGeom prst="ellipse">
              <a:avLst/>
            </a:prstGeom>
            <a:solidFill>
              <a:srgbClr val="4267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D71CF6E4-BE66-4A67-AA76-240E34ED31FF}"/>
                </a:ext>
              </a:extLst>
            </p:cNvPr>
            <p:cNvSpPr/>
            <p:nvPr/>
          </p:nvSpPr>
          <p:spPr>
            <a:xfrm>
              <a:off x="6420889" y="4210264"/>
              <a:ext cx="309314" cy="309314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BD04633A-4ACB-408A-98CE-2A20A4D8083F}"/>
                </a:ext>
              </a:extLst>
            </p:cNvPr>
            <p:cNvSpPr/>
            <p:nvPr/>
          </p:nvSpPr>
          <p:spPr>
            <a:xfrm>
              <a:off x="6420890" y="4590369"/>
              <a:ext cx="309314" cy="309314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96A55D-B33F-496C-AC97-30F70D760184}"/>
                </a:ext>
              </a:extLst>
            </p:cNvPr>
            <p:cNvSpPr/>
            <p:nvPr/>
          </p:nvSpPr>
          <p:spPr>
            <a:xfrm>
              <a:off x="6420890" y="4970475"/>
              <a:ext cx="309314" cy="309314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</p:grpSp>
    </p:spTree>
    <p:extLst>
      <p:ext uri="{BB962C8B-B14F-4D97-AF65-F5344CB8AC3E}">
        <p14:creationId xmlns:p14="http://schemas.microsoft.com/office/powerpoint/2010/main" val="379614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3B65D-24CA-D5F5-9801-148A57F0C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EF58ED-1108-1A61-2A0D-584670BB6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5EC78F-0B9A-BA61-8FE5-F7E7316987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7141E9-ABAE-F564-9658-46ADA0F9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D4C0E5-BF32-9C92-DEE2-A57D05C4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743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A947FC-2646-7EE6-A625-4B560BA8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EF121F-C6D1-3A97-D3BD-A79A93D08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BD9AD4-50E5-0BD0-DB7D-4D834781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15F0E2-C7A9-9203-E0DE-5ACA92EB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58C4CB-AFEC-87CA-741D-5C4B9439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88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A50963-1ECC-A10E-5283-C719ADE3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542747-1087-7E68-484B-4CD91FFE4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DE7DAF-D552-FADD-DCB7-223A384C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6E0F9D-911E-01FB-9AF9-0E634A73C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969014-2780-CF9E-C61E-7C1460D8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95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D8A6F7-C53A-A534-D37B-609E2093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97FC38-4BDF-F973-00E3-1CD61A689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E646F4D-EED0-4F13-013E-2347A83D0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5A252A-0B81-0601-16B1-3500AAC3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42878C-32FF-FBF5-A0B1-38873196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DB038E-8831-5E80-D047-1ECF6010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877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1EB15-7FCD-B01A-F22E-E9241B3DA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9B92D0-873D-E32F-4D82-F6C12173B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5C6428-C10D-B7F7-532A-427512F29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FB9C04-72B8-20DF-329B-729513AE4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F4C1AC7-2011-9FBD-5E6C-E0EBA9294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7AAD501-675C-ACA6-9407-E263D281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16BDE8-6BAF-038B-2B17-E42FA17C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EFBC815-E16A-4D52-41A0-DB70C7DD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5952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A207BD-E6B3-E933-F39D-709569F2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F4851B-314B-88A8-0742-206B3504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51D59A-5902-1186-0840-553BA27B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EA2B10-DB1D-208A-63CC-DCD763E9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607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97A0880-0F5F-3937-1CCC-F8B6107B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C8618B-A544-15F1-6F4A-4AC2E647A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25142D-3554-4C0A-76F8-60B07D432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74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14EB5-FBAB-207C-0760-1FD76FBA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F96151-1C90-84FA-A852-CCE716F7F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2A422B-562E-DA79-E543-7BC3B2113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0E1309-C2ED-56E9-0058-77FE7ED8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BEE149-5C48-1801-F8F3-EE5E5774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205361-E590-1ED0-7DCE-D2E73FFA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35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C6A076-3F6C-AC0A-F001-E8FC2DC5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AFB0C78-1FEB-F67F-310B-E6B66DECF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2F0D73-2D9B-27E7-ED83-04EDAEAD3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89E4B3-3C43-92E0-938E-B183F6C3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A46655-699D-143B-288E-7B35D04D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A2EE3F-22CE-B58D-E15A-51FFE695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273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AA039C-AA21-BEF5-8F79-C005986E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22A78F-6985-58AC-5D06-75A2F641B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5CBA39-575E-EF42-52AE-EAB9EF82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30C3A1-2861-1E94-AF13-F9386CF47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891E28-C7C8-1121-0E56-ADDBE8A0A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675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7C7FB8-A0F8-22E0-FBA4-0CE3429CE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1ECFA1-B707-B19E-9113-ACBDBA029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7D0047-4149-B9D8-FF3C-9FC6BD27B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1B0041-00A4-B07D-503D-E614A25F6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6FB284-39B3-E4C9-CDE4-55C1713A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7B024A-9FE7-4357-9389-910528B29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620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15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7" r:id="rId2"/>
    <p:sldLayoutId id="2147483668" r:id="rId3"/>
    <p:sldLayoutId id="2147483666" r:id="rId4"/>
    <p:sldLayoutId id="2147483664" r:id="rId5"/>
    <p:sldLayoutId id="2147483665" r:id="rId6"/>
    <p:sldLayoutId id="2147483662" r:id="rId7"/>
    <p:sldLayoutId id="2147483663" r:id="rId8"/>
    <p:sldLayoutId id="2147483649" r:id="rId9"/>
    <p:sldLayoutId id="2147483650" r:id="rId10"/>
    <p:sldLayoutId id="2147483651" r:id="rId11"/>
    <p:sldLayoutId id="2147483652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F2B0EC-7F66-4D79-A9B1-63EF85C1082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423" y="1891744"/>
            <a:ext cx="11341154" cy="8509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400" dirty="0">
                <a:solidFill>
                  <a:srgbClr val="F3F3F3"/>
                </a:solidFill>
                <a:latin typeface="Bahnschrift" panose="020B050204020402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TITRE</a:t>
            </a:r>
            <a:endParaRPr lang="fr-FR" sz="1050" dirty="0">
              <a:solidFill>
                <a:srgbClr val="FFFFFF"/>
              </a:solidFill>
              <a:latin typeface="Bahnschrift" panose="020B050204020402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F680C502-2CF5-44ED-BD5B-643D64948023}"/>
              </a:ext>
            </a:extLst>
          </p:cNvPr>
          <p:cNvSpPr txBox="1">
            <a:spLocks/>
          </p:cNvSpPr>
          <p:nvPr/>
        </p:nvSpPr>
        <p:spPr>
          <a:xfrm>
            <a:off x="425423" y="2742644"/>
            <a:ext cx="11341154" cy="850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2000" dirty="0">
                <a:latin typeface="Bahnschrift" panose="020B0502040204020203" pitchFamily="34" charset="0"/>
                <a:sym typeface="Lato"/>
              </a:rPr>
              <a:t>Sous-</a:t>
            </a:r>
            <a:r>
              <a:rPr lang="en-US" sz="2000" dirty="0" err="1">
                <a:latin typeface="Bahnschrift" panose="020B0502040204020203" pitchFamily="34" charset="0"/>
                <a:sym typeface="Lato"/>
              </a:rPr>
              <a:t>Titre</a:t>
            </a:r>
            <a:endParaRPr lang="fr-FR" sz="400" dirty="0">
              <a:solidFill>
                <a:srgbClr val="FFFFFF"/>
              </a:solidFill>
              <a:latin typeface="Bahnschrift" panose="020B0502040204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278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C0D7F72-10D9-4953-8EED-D5108C5144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758144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l="-420" r="419"/>
          <a:stretch/>
        </p:blipFill>
        <p:spPr>
          <a:xfrm rot="10800000">
            <a:off x="0" y="-44041"/>
            <a:ext cx="12251334" cy="28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261733" y="1790413"/>
            <a:ext cx="11609200" cy="82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5334" dirty="0">
                <a:solidFill>
                  <a:srgbClr val="F3F3F3"/>
                </a:solidFill>
                <a:latin typeface="Bahnschrift" panose="020B050204020402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Thank you for your attention</a:t>
            </a:r>
            <a:endParaRPr lang="fr-FR" sz="1200" dirty="0">
              <a:solidFill>
                <a:srgbClr val="FFFFFF"/>
              </a:solidFill>
              <a:latin typeface="Bahnschrift" panose="020B050204020402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</p:txBody>
      </p:sp>
      <p:sp>
        <p:nvSpPr>
          <p:cNvPr id="8" name="Google Shape;88;p1">
            <a:extLst>
              <a:ext uri="{FF2B5EF4-FFF2-40B4-BE49-F238E27FC236}">
                <a16:creationId xmlns:a16="http://schemas.microsoft.com/office/drawing/2014/main" id="{C7EC0589-D92E-E46D-0504-F2FC44A09474}"/>
              </a:ext>
            </a:extLst>
          </p:cNvPr>
          <p:cNvSpPr txBox="1"/>
          <p:nvPr/>
        </p:nvSpPr>
        <p:spPr>
          <a:xfrm>
            <a:off x="0" y="2600443"/>
            <a:ext cx="1219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fr-FR" sz="2400" dirty="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Do </a:t>
            </a:r>
            <a:r>
              <a:rPr lang="fr-FR" sz="2400" dirty="0" err="1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you</a:t>
            </a:r>
            <a:r>
              <a:rPr lang="fr-FR" sz="2400" dirty="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have </a:t>
            </a:r>
            <a:r>
              <a:rPr lang="fr-FR" sz="2400" dirty="0" err="1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any</a:t>
            </a:r>
            <a:r>
              <a:rPr lang="fr-FR" sz="2400" dirty="0">
                <a:solidFill>
                  <a:srgbClr val="F3F3F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question?</a:t>
            </a:r>
            <a:endParaRPr lang="fr-FR" sz="400" dirty="0">
              <a:solidFill>
                <a:srgbClr val="FFFFFF"/>
              </a:solidFill>
              <a:latin typeface="Sansation" panose="020000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05906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E3C3E61A41EF44A686C9FFCA980509" ma:contentTypeVersion="14" ma:contentTypeDescription="Create a new document." ma:contentTypeScope="" ma:versionID="4a850719e26814ea4898f56630d3cfb9">
  <xsd:schema xmlns:xsd="http://www.w3.org/2001/XMLSchema" xmlns:xs="http://www.w3.org/2001/XMLSchema" xmlns:p="http://schemas.microsoft.com/office/2006/metadata/properties" xmlns:ns3="d9c045e3-1aca-4b6e-beb6-5d015524db43" targetNamespace="http://schemas.microsoft.com/office/2006/metadata/properties" ma:root="true" ma:fieldsID="455458bedc9c5d5c5aa5584de98759f8" ns3:_="">
    <xsd:import namespace="d9c045e3-1aca-4b6e-beb6-5d015524db4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c045e3-1aca-4b6e-beb6-5d015524db4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igrationWizId" ma:index="9" nillable="true" ma:displayName="MigrationWizId" ma:internalName="MigrationWizId">
      <xsd:simpleType>
        <xsd:restriction base="dms:Text"/>
      </xsd:simpleType>
    </xsd:element>
    <xsd:element name="MigrationWizIdPermissions" ma:index="10" nillable="true" ma:displayName="MigrationWizIdPermissions" ma:internalName="MigrationWizIdPermissions">
      <xsd:simpleType>
        <xsd:restriction base="dms:Text"/>
      </xsd:simpleType>
    </xsd:element>
    <xsd:element name="MigrationWizIdVersion" ma:index="11" nillable="true" ma:displayName="MigrationWizIdVersion" ma:internalName="MigrationWizIdVersion">
      <xsd:simpleType>
        <xsd:restriction base="dms:Text"/>
      </xsd:simpleType>
    </xsd:element>
    <xsd:element name="_activity" ma:index="12" nillable="true" ma:displayName="_activity" ma:hidden="true" ma:internalName="_activity" ma:readOnly="false">
      <xsd:simpleType>
        <xsd:restriction base="dms:Note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s xmlns="d9c045e3-1aca-4b6e-beb6-5d015524db43" xsi:nil="true"/>
    <_activity xmlns="d9c045e3-1aca-4b6e-beb6-5d015524db43" xsi:nil="true"/>
    <MigrationWizIdVersion xmlns="d9c045e3-1aca-4b6e-beb6-5d015524db43" xsi:nil="true"/>
    <MigrationWizId xmlns="d9c045e3-1aca-4b6e-beb6-5d015524db43" xsi:nil="true"/>
  </documentManagement>
</p:properties>
</file>

<file path=customXml/itemProps1.xml><?xml version="1.0" encoding="utf-8"?>
<ds:datastoreItem xmlns:ds="http://schemas.openxmlformats.org/officeDocument/2006/customXml" ds:itemID="{E5497183-D88B-46B9-B770-B3872C0E61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A434B0-23AC-49B6-ABB8-7F72BBB958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c045e3-1aca-4b6e-beb6-5d015524db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1B9770-0D0F-4390-BDD3-D38645634706}">
  <ds:schemaRefs>
    <ds:schemaRef ds:uri="http://purl.org/dc/dcmitype/"/>
    <ds:schemaRef ds:uri="d9c045e3-1aca-4b6e-beb6-5d015524db43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21998</TotalTime>
  <Words>14</Words>
  <Application>Microsoft Office PowerPoint</Application>
  <PresentationFormat>Grand écran</PresentationFormat>
  <Paragraphs>5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Aptos</vt:lpstr>
      <vt:lpstr>Arial</vt:lpstr>
      <vt:lpstr>Bahnschrift</vt:lpstr>
      <vt:lpstr>Calibri</vt:lpstr>
      <vt:lpstr>Lato</vt:lpstr>
      <vt:lpstr>Sansation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Titouan BELIER</dc:creator>
  <cp:lastModifiedBy>Titouan BELIER</cp:lastModifiedBy>
  <cp:revision>295</cp:revision>
  <dcterms:created xsi:type="dcterms:W3CDTF">2025-03-13T18:57:09Z</dcterms:created>
  <dcterms:modified xsi:type="dcterms:W3CDTF">2026-10-21T07:39:38Z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0x01010050E3C3E61A41EF44A686C9FFCA980509</vt:lpwstr>
  </property>
</Properties>
</file>